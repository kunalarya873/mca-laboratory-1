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35A8"/>
    <a:srgbClr val="FFF8E7"/>
    <a:srgbClr val="FFD166"/>
    <a:srgbClr val="D4AF37"/>
    <a:srgbClr val="000000"/>
    <a:srgbClr val="4B1F7A"/>
    <a:srgbClr val="2B125C"/>
    <a:srgbClr val="120B2E"/>
    <a:srgbClr val="121E1B"/>
    <a:srgbClr val="891E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96" d="100"/>
          <a:sy n="96" d="100"/>
        </p:scale>
        <p:origin x="426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0DE21-A060-F648-CBC0-F3538ECB39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38CA43-F075-E63E-BA44-87E24DA4B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0879D-8DD0-84B8-C761-2B2C751CE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6CB5-DEC3-4AB7-BCEA-1F1663B9F5A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09A1E-87A7-8FD8-BBF3-D9AC65725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0929F-46E1-C189-2C46-124FF9958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6C6E-7AC1-4156-A2D0-71A4E219C7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60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BFC53-63FF-0175-83D3-629A6B92A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CE4A4-C89F-C984-7985-08BFDFC44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17F75-50E2-2B52-5AF9-0B8F15163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6CB5-DEC3-4AB7-BCEA-1F1663B9F5A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CA812-2A0F-CA75-8F72-C07BF5241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A4135-54DC-7E99-1B10-0BE887B6A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6C6E-7AC1-4156-A2D0-71A4E219C7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186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C3874-A505-2C5F-140C-6FDFB408A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0D54CB-ED52-F3AC-AEA3-29E44DC33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747C2-C6F8-03C5-70EB-66E1A3AF6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6CB5-DEC3-4AB7-BCEA-1F1663B9F5A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04CF2-6BDD-9496-143C-7FAEC2278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E7FEE-0C64-E2F7-31A4-650B81249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6C6E-7AC1-4156-A2D0-71A4E219C7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803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D36EB-43D7-4AAE-ECF1-1A4F84A73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C3D13-C009-FD15-561E-530543314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582008-E666-1B26-164E-FB918DB819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9085B6-B198-90F1-D952-C4D7A46B5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6CB5-DEC3-4AB7-BCEA-1F1663B9F5A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18241-2B66-20D2-8269-536AB50AE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D236E-530D-CCC8-0DBD-5182DEAD7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6C6E-7AC1-4156-A2D0-71A4E219C7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411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46A5E-B58C-AFC4-1145-58B35BC51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5986BE-D413-6D05-FE48-4C8422920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83379-31D1-C12F-62A1-0AF78CC5AB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DA2B74-4341-B63F-F6E7-F709A037A5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CD45A5-1D88-9116-A5F6-608D4CEE39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DC3092-924B-A2E1-615E-8873F22F4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6CB5-DEC3-4AB7-BCEA-1F1663B9F5A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5D3F54-7FC6-88DE-6BA7-482734810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F31975-767C-D062-ABEA-CC4C6E790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6C6E-7AC1-4156-A2D0-71A4E219C7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5555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432EC-C080-E303-0412-A9916B28C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7EE5EA-2A53-5BE6-1777-4EEA2B392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6CB5-DEC3-4AB7-BCEA-1F1663B9F5A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438AD5-06D0-3511-104A-FA99B0C9C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58237E-49BD-DA1A-14AD-01AE58309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6C6E-7AC1-4156-A2D0-71A4E219C7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623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3514B6-0A71-C333-62C4-B206AADFA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6CB5-DEC3-4AB7-BCEA-1F1663B9F5A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502E09-B056-78EB-A36F-F1848F00D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841D2F-6F91-CBB4-8EF6-9AEB637EF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6C6E-7AC1-4156-A2D0-71A4E219C7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458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7012E-1E00-25E6-C19C-D3305910B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8374C-FAD2-8B68-24FC-573167B60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1E5A9-7AF8-D922-F607-0546BE44A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139B26-D8A3-5589-CC69-894D8D7A2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6CB5-DEC3-4AB7-BCEA-1F1663B9F5A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7001AF-6C09-7184-2537-88E900D0B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E0E5B-CDF0-DAD5-6F9E-B2D246948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6C6E-7AC1-4156-A2D0-71A4E219C7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816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FBAC2-0DC0-1C9D-7BEB-BEF062339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41F6C1-C2FF-3017-5C40-934702EB20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27EE2E-5287-FECD-34F2-1F034056CA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A3ED1-0232-B124-3962-9A3E56510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6CB5-DEC3-4AB7-BCEA-1F1663B9F5A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711BEF-AA7A-718B-226A-817952F20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027866-47E2-5D86-F2BE-DAC2AABEC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6C6E-7AC1-4156-A2D0-71A4E219C7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2970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E930E-D970-E8EB-8BCD-9517B1C68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8CE858-3806-2A4A-6FC2-43B3D9F71C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E0498-F1BB-9FB2-E8C9-BE4F8936A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6CB5-DEC3-4AB7-BCEA-1F1663B9F5A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E3FED-2000-B771-4B9E-1CE412858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0C2AB-BB55-B6D9-F72D-272F6C65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6C6E-7AC1-4156-A2D0-71A4E219C7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45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84D893-FCEF-A2E2-07E8-69B465225B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C26A77-EF91-6A9E-537B-9C4B78620C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63F2B-A1B3-AD0A-244C-F45A0AE3B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6CB5-DEC3-4AB7-BCEA-1F1663B9F5A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F45C3-7362-DD17-812E-42DA83F03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5F580-08E2-B2F7-B151-5D2FF847A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6C6E-7AC1-4156-A2D0-71A4E219C7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225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7000">
              <a:srgbClr val="F79E1F"/>
            </a:gs>
            <a:gs pos="0">
              <a:srgbClr val="891E1B"/>
            </a:gs>
            <a:gs pos="74000">
              <a:srgbClr val="F79E1F"/>
            </a:gs>
            <a:gs pos="83000">
              <a:srgbClr val="891E1B"/>
            </a:gs>
            <a:gs pos="100000">
              <a:srgbClr val="891E1B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DE38B2-2797-837E-9CD8-60CCD762A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DF56BC-50C3-E218-2D37-ECBE5E73F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E78DF-D808-FEDB-2E5F-1AFED39341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F6CB5-DEC3-4AB7-BCEA-1F1663B9F5A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727DC-4317-96F9-0B2D-6CB6129E22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8266D-FD99-8089-2AC8-9A9F48060D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F6C6E-7AC1-4156-A2D0-71A4E219C7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393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0000">
              <a:srgbClr val="2B125C"/>
            </a:gs>
            <a:gs pos="1000">
              <a:srgbClr val="120B2E"/>
            </a:gs>
            <a:gs pos="100000">
              <a:srgbClr val="4B1F7A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val 33">
            <a:extLst>
              <a:ext uri="{FF2B5EF4-FFF2-40B4-BE49-F238E27FC236}">
                <a16:creationId xmlns:a16="http://schemas.microsoft.com/office/drawing/2014/main" id="{B6508B03-8724-1868-703F-196AC81037B2}"/>
              </a:ext>
            </a:extLst>
          </p:cNvPr>
          <p:cNvSpPr/>
          <p:nvPr/>
        </p:nvSpPr>
        <p:spPr>
          <a:xfrm>
            <a:off x="477078" y="189000"/>
            <a:ext cx="4753721" cy="1430999"/>
          </a:xfrm>
          <a:prstGeom prst="ellipse">
            <a:avLst/>
          </a:prstGeom>
          <a:solidFill>
            <a:srgbClr val="6A35A8">
              <a:alpha val="2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9E10C6-9701-BC01-4D51-7F66DD4B5C56}"/>
              </a:ext>
            </a:extLst>
          </p:cNvPr>
          <p:cNvSpPr/>
          <p:nvPr/>
        </p:nvSpPr>
        <p:spPr>
          <a:xfrm>
            <a:off x="109709" y="189000"/>
            <a:ext cx="8640000" cy="6480000"/>
          </a:xfrm>
          <a:prstGeom prst="rect">
            <a:avLst/>
          </a:prstGeom>
          <a:noFill/>
          <a:ln w="28575">
            <a:solidFill>
              <a:srgbClr val="D4AF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257B66-B537-1E3D-129D-9B6B784B81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600" y="594000"/>
            <a:ext cx="5400000" cy="640800"/>
          </a:xfrm>
        </p:spPr>
        <p:txBody>
          <a:bodyPr>
            <a:normAutofit/>
          </a:bodyPr>
          <a:lstStyle/>
          <a:p>
            <a:r>
              <a:rPr lang="en-US" sz="3800" b="1" spc="200" dirty="0">
                <a:solidFill>
                  <a:srgbClr val="FFD166"/>
                </a:solidFill>
                <a:effectLst>
                  <a:outerShdw blurRad="50800" dist="25400" dir="2700000" algn="ctr" rotWithShape="0">
                    <a:srgbClr val="000000">
                      <a:alpha val="55000"/>
                    </a:srgbClr>
                  </a:outerShdw>
                </a:effectLst>
                <a:latin typeface="Georgia" panose="02040502050405020303" pitchFamily="18" charset="0"/>
              </a:rPr>
              <a:t>HAPPY DIWALI</a:t>
            </a:r>
            <a:endParaRPr lang="en-IN" sz="3800" b="1" spc="200" dirty="0">
              <a:solidFill>
                <a:srgbClr val="FFD166"/>
              </a:solidFill>
              <a:effectLst>
                <a:outerShdw blurRad="50800" dist="25400" dir="2700000" algn="ctr" rotWithShape="0">
                  <a:srgbClr val="000000">
                    <a:alpha val="55000"/>
                  </a:srgbClr>
                </a:outerShdw>
              </a:effectLst>
              <a:latin typeface="Georgia" panose="020405020504050203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5FABC4-D603-9C36-BD8F-E6C42F3BA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059200"/>
            <a:ext cx="6400800" cy="1461600"/>
          </a:xfrm>
          <a:noFill/>
        </p:spPr>
        <p:txBody>
          <a:bodyPr/>
          <a:lstStyle/>
          <a:p>
            <a:r>
              <a:rPr lang="en-US" dirty="0">
                <a:solidFill>
                  <a:srgbClr val="FFF8E7"/>
                </a:solidFill>
                <a:latin typeface="Georgia" panose="02040502050405020303" pitchFamily="18" charset="0"/>
              </a:rPr>
              <a:t>May this Diwali bring</a:t>
            </a:r>
          </a:p>
          <a:p>
            <a:r>
              <a:rPr lang="en-US" sz="2600" b="1" dirty="0">
                <a:solidFill>
                  <a:srgbClr val="FFD166"/>
                </a:solidFill>
                <a:latin typeface="Georgia" panose="02040502050405020303" pitchFamily="18" charset="0"/>
              </a:rPr>
              <a:t>joy, prosperity and happiness</a:t>
            </a:r>
          </a:p>
          <a:p>
            <a:r>
              <a:rPr lang="en-US" dirty="0">
                <a:solidFill>
                  <a:srgbClr val="FFF8E7"/>
                </a:solidFill>
                <a:latin typeface="Georgia" panose="02040502050405020303" pitchFamily="18" charset="0"/>
              </a:rPr>
              <a:t>to you and your family.</a:t>
            </a:r>
            <a:endParaRPr lang="en-IN" dirty="0">
              <a:solidFill>
                <a:srgbClr val="FFF8E7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87EDBC-F797-4701-FCB9-408ED80FAA89}"/>
              </a:ext>
            </a:extLst>
          </p:cNvPr>
          <p:cNvSpPr txBox="1"/>
          <p:nvPr/>
        </p:nvSpPr>
        <p:spPr>
          <a:xfrm>
            <a:off x="6724096" y="3820277"/>
            <a:ext cx="18288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79E1F"/>
                </a:solidFill>
                <a:latin typeface="Georgia" panose="02040502050405020303" pitchFamily="18" charset="0"/>
              </a:rPr>
              <a:t>Wishing You a Very Happy &amp;</a:t>
            </a:r>
          </a:p>
          <a:p>
            <a:pPr algn="ctr"/>
            <a:r>
              <a:rPr lang="en-US" sz="2000" b="1" dirty="0">
                <a:solidFill>
                  <a:srgbClr val="891E1B"/>
                </a:solidFill>
                <a:latin typeface="Georgia" panose="02040502050405020303" pitchFamily="18" charset="0"/>
              </a:rPr>
              <a:t>Prosperous Diwali</a:t>
            </a:r>
            <a:endParaRPr lang="en-IN" sz="2000" b="1" dirty="0">
              <a:solidFill>
                <a:srgbClr val="891E1B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02812E-7EBC-3427-CDF3-8B75FD10CCD0}"/>
              </a:ext>
            </a:extLst>
          </p:cNvPr>
          <p:cNvSpPr txBox="1"/>
          <p:nvPr/>
        </p:nvSpPr>
        <p:spPr>
          <a:xfrm>
            <a:off x="1929600" y="4552122"/>
            <a:ext cx="46736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i="1" dirty="0">
                <a:solidFill>
                  <a:srgbClr val="FFF8E7"/>
                </a:solidFill>
                <a:latin typeface="Georgia" panose="02040502050405020303" pitchFamily="18" charset="0"/>
              </a:rPr>
              <a:t>With Best Wishes</a:t>
            </a:r>
          </a:p>
          <a:p>
            <a:pPr algn="ctr"/>
            <a:r>
              <a:rPr lang="en-US" sz="1300" i="1" dirty="0">
                <a:solidFill>
                  <a:srgbClr val="FFF8E7"/>
                </a:solidFill>
                <a:latin typeface="Georgia" panose="02040502050405020303" pitchFamily="18" charset="0"/>
              </a:rPr>
              <a:t>Kunal Arya</a:t>
            </a:r>
            <a:endParaRPr lang="en-IN" sz="1300" i="1" dirty="0">
              <a:solidFill>
                <a:srgbClr val="FFF8E7"/>
              </a:solidFill>
              <a:latin typeface="Georgia" panose="02040502050405020303" pitchFamily="18" charset="0"/>
            </a:endParaRPr>
          </a:p>
        </p:txBody>
      </p:sp>
      <p:sp>
        <p:nvSpPr>
          <p:cNvPr id="9" name="Star: 4 Points 8">
            <a:extLst>
              <a:ext uri="{FF2B5EF4-FFF2-40B4-BE49-F238E27FC236}">
                <a16:creationId xmlns:a16="http://schemas.microsoft.com/office/drawing/2014/main" id="{48E39C9B-6195-875D-668B-C83B5C4DD9F2}"/>
              </a:ext>
            </a:extLst>
          </p:cNvPr>
          <p:cNvSpPr/>
          <p:nvPr/>
        </p:nvSpPr>
        <p:spPr>
          <a:xfrm>
            <a:off x="2469600" y="1234800"/>
            <a:ext cx="201600" cy="201600"/>
          </a:xfrm>
          <a:prstGeom prst="star4">
            <a:avLst/>
          </a:prstGeom>
          <a:solidFill>
            <a:srgbClr val="FFD1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Star: 4 Points 9">
            <a:extLst>
              <a:ext uri="{FF2B5EF4-FFF2-40B4-BE49-F238E27FC236}">
                <a16:creationId xmlns:a16="http://schemas.microsoft.com/office/drawing/2014/main" id="{83131DB4-4EAD-5BE9-4C10-B13C28AA8305}"/>
              </a:ext>
            </a:extLst>
          </p:cNvPr>
          <p:cNvSpPr/>
          <p:nvPr/>
        </p:nvSpPr>
        <p:spPr>
          <a:xfrm>
            <a:off x="1828800" y="1418400"/>
            <a:ext cx="201600" cy="201600"/>
          </a:xfrm>
          <a:prstGeom prst="star4">
            <a:avLst/>
          </a:prstGeom>
          <a:solidFill>
            <a:srgbClr val="FFD1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tar: 4 Points 10">
            <a:extLst>
              <a:ext uri="{FF2B5EF4-FFF2-40B4-BE49-F238E27FC236}">
                <a16:creationId xmlns:a16="http://schemas.microsoft.com/office/drawing/2014/main" id="{25BAE98F-BA2C-5C11-F551-DEF4764E4B59}"/>
              </a:ext>
            </a:extLst>
          </p:cNvPr>
          <p:cNvSpPr/>
          <p:nvPr/>
        </p:nvSpPr>
        <p:spPr>
          <a:xfrm>
            <a:off x="3200400" y="1461600"/>
            <a:ext cx="201600" cy="201600"/>
          </a:xfrm>
          <a:prstGeom prst="star4">
            <a:avLst/>
          </a:prstGeom>
          <a:solidFill>
            <a:srgbClr val="FFD1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Star: 4 Points 11">
            <a:extLst>
              <a:ext uri="{FF2B5EF4-FFF2-40B4-BE49-F238E27FC236}">
                <a16:creationId xmlns:a16="http://schemas.microsoft.com/office/drawing/2014/main" id="{B183BF67-510D-B90F-630E-A0CDAA8DB0C7}"/>
              </a:ext>
            </a:extLst>
          </p:cNvPr>
          <p:cNvSpPr/>
          <p:nvPr/>
        </p:nvSpPr>
        <p:spPr>
          <a:xfrm>
            <a:off x="4024800" y="1281600"/>
            <a:ext cx="201600" cy="201600"/>
          </a:xfrm>
          <a:prstGeom prst="star4">
            <a:avLst/>
          </a:prstGeom>
          <a:solidFill>
            <a:srgbClr val="FFD1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Star: 4 Points 12">
            <a:extLst>
              <a:ext uri="{FF2B5EF4-FFF2-40B4-BE49-F238E27FC236}">
                <a16:creationId xmlns:a16="http://schemas.microsoft.com/office/drawing/2014/main" id="{9061765F-B941-2394-28FC-9EEED546FB09}"/>
              </a:ext>
            </a:extLst>
          </p:cNvPr>
          <p:cNvSpPr/>
          <p:nvPr/>
        </p:nvSpPr>
        <p:spPr>
          <a:xfrm>
            <a:off x="4845600" y="1461600"/>
            <a:ext cx="201600" cy="201600"/>
          </a:xfrm>
          <a:prstGeom prst="star4">
            <a:avLst/>
          </a:prstGeom>
          <a:solidFill>
            <a:srgbClr val="FFD1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ar: 4 Points 13">
            <a:extLst>
              <a:ext uri="{FF2B5EF4-FFF2-40B4-BE49-F238E27FC236}">
                <a16:creationId xmlns:a16="http://schemas.microsoft.com/office/drawing/2014/main" id="{FCF73AC7-2BE7-6246-DF9D-22064FC33742}"/>
              </a:ext>
            </a:extLst>
          </p:cNvPr>
          <p:cNvSpPr/>
          <p:nvPr/>
        </p:nvSpPr>
        <p:spPr>
          <a:xfrm>
            <a:off x="5670000" y="1234800"/>
            <a:ext cx="201600" cy="201600"/>
          </a:xfrm>
          <a:prstGeom prst="star4">
            <a:avLst/>
          </a:prstGeom>
          <a:solidFill>
            <a:srgbClr val="FFD1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Star: 4 Points 14">
            <a:extLst>
              <a:ext uri="{FF2B5EF4-FFF2-40B4-BE49-F238E27FC236}">
                <a16:creationId xmlns:a16="http://schemas.microsoft.com/office/drawing/2014/main" id="{7620FB13-2B0F-BF98-797D-D78FD13C6424}"/>
              </a:ext>
            </a:extLst>
          </p:cNvPr>
          <p:cNvSpPr/>
          <p:nvPr/>
        </p:nvSpPr>
        <p:spPr>
          <a:xfrm>
            <a:off x="6400800" y="1418400"/>
            <a:ext cx="201600" cy="201600"/>
          </a:xfrm>
          <a:prstGeom prst="star4">
            <a:avLst/>
          </a:prstGeom>
          <a:solidFill>
            <a:srgbClr val="FFD1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Star: 4 Points 15">
            <a:extLst>
              <a:ext uri="{FF2B5EF4-FFF2-40B4-BE49-F238E27FC236}">
                <a16:creationId xmlns:a16="http://schemas.microsoft.com/office/drawing/2014/main" id="{2BA93848-6527-A1BA-042B-481E1D559B7B}"/>
              </a:ext>
            </a:extLst>
          </p:cNvPr>
          <p:cNvSpPr/>
          <p:nvPr/>
        </p:nvSpPr>
        <p:spPr>
          <a:xfrm>
            <a:off x="7041600" y="1234800"/>
            <a:ext cx="201600" cy="201600"/>
          </a:xfrm>
          <a:prstGeom prst="star4">
            <a:avLst/>
          </a:prstGeom>
          <a:solidFill>
            <a:srgbClr val="FFD1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55D5B74-AA4A-09E6-C0D5-57A17DC79296}"/>
              </a:ext>
            </a:extLst>
          </p:cNvPr>
          <p:cNvCxnSpPr>
            <a:cxnSpLocks/>
          </p:cNvCxnSpPr>
          <p:nvPr/>
        </p:nvCxnSpPr>
        <p:spPr>
          <a:xfrm>
            <a:off x="1643141" y="3667854"/>
            <a:ext cx="2389963" cy="11714"/>
          </a:xfrm>
          <a:prstGeom prst="line">
            <a:avLst/>
          </a:prstGeom>
          <a:ln w="25400">
            <a:solidFill>
              <a:srgbClr val="D4AF37">
                <a:alpha val="9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Diamond 28">
            <a:extLst>
              <a:ext uri="{FF2B5EF4-FFF2-40B4-BE49-F238E27FC236}">
                <a16:creationId xmlns:a16="http://schemas.microsoft.com/office/drawing/2014/main" id="{352D484F-C914-E1D9-BAD6-320854A9C27C}"/>
              </a:ext>
            </a:extLst>
          </p:cNvPr>
          <p:cNvSpPr/>
          <p:nvPr/>
        </p:nvSpPr>
        <p:spPr>
          <a:xfrm>
            <a:off x="4073843" y="3610512"/>
            <a:ext cx="122093" cy="143605"/>
          </a:xfrm>
          <a:prstGeom prst="diamond">
            <a:avLst/>
          </a:prstGeom>
          <a:solidFill>
            <a:srgbClr val="FFD166"/>
          </a:solidFill>
          <a:ln>
            <a:solidFill>
              <a:srgbClr val="D4AF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E5EC7DF-3E4B-1438-015D-323F7CEF73B8}"/>
              </a:ext>
            </a:extLst>
          </p:cNvPr>
          <p:cNvCxnSpPr>
            <a:cxnSpLocks/>
          </p:cNvCxnSpPr>
          <p:nvPr/>
        </p:nvCxnSpPr>
        <p:spPr>
          <a:xfrm>
            <a:off x="4226400" y="3680987"/>
            <a:ext cx="2389963" cy="11714"/>
          </a:xfrm>
          <a:prstGeom prst="line">
            <a:avLst/>
          </a:prstGeom>
          <a:ln w="25400">
            <a:solidFill>
              <a:srgbClr val="D4AF37">
                <a:alpha val="9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946311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30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Georgia</vt:lpstr>
      <vt:lpstr>Office Theme</vt:lpstr>
      <vt:lpstr>HAPPY DIWALI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HAPPY DIWALI</dc:title>
  <dc:creator>CSD</dc:creator>
  <cp:lastModifiedBy>CSD</cp:lastModifiedBy>
  <cp:revision>2</cp:revision>
  <dcterms:created xsi:type="dcterms:W3CDTF">2026-08-11T06:49:35Z</dcterms:created>
  <dcterms:modified xsi:type="dcterms:W3CDTF">2026-08-13T09:55:15Z</dcterms:modified>
</cp:coreProperties>
</file>