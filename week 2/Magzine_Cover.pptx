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D168"/>
    <a:srgbClr val="4A0010"/>
    <a:srgbClr val="7A0019"/>
    <a:srgbClr val="D4AF37"/>
    <a:srgbClr val="222222"/>
    <a:srgbClr val="FFF8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22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5EBE9-7ACA-4AB5-A3EC-363676F550BD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F2223-3378-42EE-8B69-4A548C4881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6918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5EBE9-7ACA-4AB5-A3EC-363676F550BD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F2223-3378-42EE-8B69-4A548C4881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8916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5EBE9-7ACA-4AB5-A3EC-363676F550BD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F2223-3378-42EE-8B69-4A548C4881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0216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5EBE9-7ACA-4AB5-A3EC-363676F550BD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F2223-3378-42EE-8B69-4A548C4881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0236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5EBE9-7ACA-4AB5-A3EC-363676F550BD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F2223-3378-42EE-8B69-4A548C4881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1529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5EBE9-7ACA-4AB5-A3EC-363676F550BD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F2223-3378-42EE-8B69-4A548C4881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0103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5EBE9-7ACA-4AB5-A3EC-363676F550BD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F2223-3378-42EE-8B69-4A548C4881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4835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5EBE9-7ACA-4AB5-A3EC-363676F550BD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F2223-3378-42EE-8B69-4A548C4881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212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5EBE9-7ACA-4AB5-A3EC-363676F550BD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F2223-3378-42EE-8B69-4A548C4881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1443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5EBE9-7ACA-4AB5-A3EC-363676F550BD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F2223-3378-42EE-8B69-4A548C4881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3367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5EBE9-7ACA-4AB5-A3EC-363676F550BD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F2223-3378-42EE-8B69-4A548C4881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1282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E5EBE9-7ACA-4AB5-A3EC-363676F550BD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BF2223-3378-42EE-8B69-4A548C4881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5669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35AB124-17F4-2E31-0E9D-A9C64EFB22B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000" y="2422800"/>
            <a:ext cx="6768000" cy="6740375"/>
          </a:xfrm>
          <a:prstGeom prst="rect">
            <a:avLst/>
          </a:prstGeom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92654-4237-7F2F-8F3A-8CD4D5712C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7200" y="6584400"/>
            <a:ext cx="6674400" cy="457200"/>
          </a:xfrm>
        </p:spPr>
        <p:txBody>
          <a:bodyPr>
            <a:normAutofit/>
          </a:bodyPr>
          <a:lstStyle/>
          <a:p>
            <a:r>
              <a:rPr lang="en-US" sz="2600" b="1" dirty="0">
                <a:solidFill>
                  <a:srgbClr val="7A0019"/>
                </a:solidFill>
                <a:latin typeface="Georgia" panose="02040502050405020303" pitchFamily="18" charset="0"/>
              </a:rPr>
              <a:t>THE NEW GENERATION OF AMU</a:t>
            </a:r>
            <a:endParaRPr lang="en-IN" sz="2600" b="1" dirty="0">
              <a:solidFill>
                <a:srgbClr val="7A0019"/>
              </a:solidFill>
              <a:latin typeface="Georgia" panose="02040502050405020303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CF8958-2543-68AB-C01F-71B3EF166F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1828800"/>
            <a:ext cx="5943600" cy="367200"/>
          </a:xfrm>
        </p:spPr>
        <p:txBody>
          <a:bodyPr>
            <a:normAutofit/>
          </a:bodyPr>
          <a:lstStyle/>
          <a:p>
            <a:r>
              <a:rPr lang="en-US" sz="1600" b="1" dirty="0">
                <a:solidFill>
                  <a:srgbClr val="D4AF37"/>
                </a:solidFill>
                <a:latin typeface="Georgia" panose="02040502050405020303" pitchFamily="18" charset="0"/>
              </a:rPr>
              <a:t>AMU – The Spirit of Knowledge</a:t>
            </a:r>
            <a:endParaRPr lang="en-IN" sz="1600" b="1" dirty="0">
              <a:solidFill>
                <a:srgbClr val="D4AF37"/>
              </a:solidFill>
              <a:latin typeface="Georgia" panose="02040502050405020303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8D7F80-9207-CF21-7B88-72684BAC47A5}"/>
              </a:ext>
            </a:extLst>
          </p:cNvPr>
          <p:cNvSpPr/>
          <p:nvPr/>
        </p:nvSpPr>
        <p:spPr>
          <a:xfrm>
            <a:off x="0" y="-91441"/>
            <a:ext cx="7772400" cy="914400"/>
          </a:xfrm>
          <a:prstGeom prst="rect">
            <a:avLst/>
          </a:prstGeom>
          <a:solidFill>
            <a:srgbClr val="7A00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D9AF76-94A9-182E-337D-36AFB5DDDADB}"/>
              </a:ext>
            </a:extLst>
          </p:cNvPr>
          <p:cNvSpPr txBox="1"/>
          <p:nvPr/>
        </p:nvSpPr>
        <p:spPr>
          <a:xfrm>
            <a:off x="457200" y="183600"/>
            <a:ext cx="6858000" cy="273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latin typeface="Georgia" panose="02040502050405020303" pitchFamily="18" charset="0"/>
              </a:rPr>
              <a:t>ALIGARH MUSLIM UNIVERSITY</a:t>
            </a:r>
            <a:endParaRPr lang="en-IN" sz="1500" b="1" dirty="0">
              <a:latin typeface="Georgia" panose="02040502050405020303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CBD3FD-04D6-9033-AF6E-A5039D4D53F1}"/>
              </a:ext>
            </a:extLst>
          </p:cNvPr>
          <p:cNvSpPr/>
          <p:nvPr/>
        </p:nvSpPr>
        <p:spPr>
          <a:xfrm>
            <a:off x="547200" y="1098000"/>
            <a:ext cx="6674400" cy="73080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800" b="1" dirty="0">
                <a:ln w="0"/>
                <a:solidFill>
                  <a:srgbClr val="7A0019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eorgia" panose="02040502050405020303" pitchFamily="18" charset="0"/>
              </a:rPr>
              <a:t>CAMPUS HORIZONS</a:t>
            </a:r>
            <a:endParaRPr lang="en-US" sz="3800" b="1" cap="none" spc="0" dirty="0">
              <a:ln w="0"/>
              <a:solidFill>
                <a:srgbClr val="7A0019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Georgia" panose="020405020504050203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0FFF59-9734-586A-920D-35734D00C355}"/>
              </a:ext>
            </a:extLst>
          </p:cNvPr>
          <p:cNvSpPr txBox="1"/>
          <p:nvPr/>
        </p:nvSpPr>
        <p:spPr>
          <a:xfrm>
            <a:off x="547199" y="7131600"/>
            <a:ext cx="667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222222"/>
                </a:solidFill>
                <a:latin typeface="Georgia" panose="02040502050405020303" pitchFamily="18" charset="0"/>
              </a:rPr>
              <a:t>Students, ideas and innovation shaping the future of our university</a:t>
            </a:r>
            <a:endParaRPr lang="en-IN" sz="1400" dirty="0">
              <a:solidFill>
                <a:srgbClr val="222222"/>
              </a:solidFill>
              <a:latin typeface="Georgia" panose="02040502050405020303" pitchFamily="18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DAF32FB-C290-2ECB-C346-2487ECDAA665}"/>
              </a:ext>
            </a:extLst>
          </p:cNvPr>
          <p:cNvCxnSpPr>
            <a:cxnSpLocks/>
          </p:cNvCxnSpPr>
          <p:nvPr/>
        </p:nvCxnSpPr>
        <p:spPr>
          <a:xfrm>
            <a:off x="822960" y="7563394"/>
            <a:ext cx="6492240" cy="0"/>
          </a:xfrm>
          <a:prstGeom prst="line">
            <a:avLst/>
          </a:prstGeom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449A9C24-FF95-EA7C-3E79-FBBDB4CB79F3}"/>
              </a:ext>
            </a:extLst>
          </p:cNvPr>
          <p:cNvSpPr/>
          <p:nvPr/>
        </p:nvSpPr>
        <p:spPr>
          <a:xfrm>
            <a:off x="668399" y="7823492"/>
            <a:ext cx="2012400" cy="594000"/>
          </a:xfrm>
          <a:prstGeom prst="rect">
            <a:avLst/>
          </a:prstGeom>
          <a:solidFill>
            <a:srgbClr val="7A001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Georgia" panose="02040502050405020303" pitchFamily="18" charset="0"/>
              </a:rPr>
              <a:t>ACADEMICS</a:t>
            </a:r>
            <a:endParaRPr lang="en-IN" sz="1200" b="1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552D3A2-0B9D-76DD-38E9-544BD01D9C3D}"/>
              </a:ext>
            </a:extLst>
          </p:cNvPr>
          <p:cNvSpPr/>
          <p:nvPr/>
        </p:nvSpPr>
        <p:spPr>
          <a:xfrm>
            <a:off x="5091601" y="7823492"/>
            <a:ext cx="2012400" cy="594000"/>
          </a:xfrm>
          <a:prstGeom prst="rect">
            <a:avLst/>
          </a:prstGeom>
          <a:solidFill>
            <a:srgbClr val="7A001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Georgia" panose="02040502050405020303" pitchFamily="18" charset="0"/>
              </a:rPr>
              <a:t>CAMPUS LIFE</a:t>
            </a:r>
            <a:endParaRPr lang="en-IN" sz="1200" b="1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96A0C77-8E38-F30C-BFE1-255E66C716C5}"/>
              </a:ext>
            </a:extLst>
          </p:cNvPr>
          <p:cNvSpPr/>
          <p:nvPr/>
        </p:nvSpPr>
        <p:spPr>
          <a:xfrm>
            <a:off x="2880000" y="7816601"/>
            <a:ext cx="2012400" cy="594000"/>
          </a:xfrm>
          <a:prstGeom prst="rect">
            <a:avLst/>
          </a:prstGeom>
          <a:solidFill>
            <a:srgbClr val="7A001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Georgia" panose="02040502050405020303" pitchFamily="18" charset="0"/>
              </a:rPr>
              <a:t>INNOVATION</a:t>
            </a:r>
            <a:endParaRPr lang="en-IN" sz="1200" b="1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A10FA6-E8FD-C324-DD3B-147D74924FAC}"/>
              </a:ext>
            </a:extLst>
          </p:cNvPr>
          <p:cNvSpPr txBox="1"/>
          <p:nvPr/>
        </p:nvSpPr>
        <p:spPr>
          <a:xfrm>
            <a:off x="822960" y="8530046"/>
            <a:ext cx="644544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rgbClr val="7A0019"/>
                </a:solidFill>
                <a:latin typeface="Georgia" panose="02040502050405020303" pitchFamily="18" charset="0"/>
              </a:rPr>
              <a:t>VOL. 01 			|                  AUGUST 2026                                 | SPECIAL CAMPUS EDITION</a:t>
            </a:r>
            <a:endParaRPr lang="en-IN" sz="900" b="1" dirty="0">
              <a:solidFill>
                <a:srgbClr val="7A0019"/>
              </a:solidFill>
              <a:latin typeface="Georgia" panose="02040502050405020303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BEF4B1B-CCCF-46C9-C5EC-22C06CB6AAB9}"/>
              </a:ext>
            </a:extLst>
          </p:cNvPr>
          <p:cNvSpPr/>
          <p:nvPr/>
        </p:nvSpPr>
        <p:spPr>
          <a:xfrm>
            <a:off x="0" y="8921931"/>
            <a:ext cx="7772400" cy="835244"/>
          </a:xfrm>
          <a:prstGeom prst="rect">
            <a:avLst/>
          </a:prstGeom>
          <a:solidFill>
            <a:srgbClr val="4A001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F2D168"/>
                </a:solidFill>
                <a:latin typeface="Georgia" panose="02040502050405020303" pitchFamily="18" charset="0"/>
              </a:rPr>
              <a:t>ALIGARH MUSLIM UNIVERSITY</a:t>
            </a:r>
            <a:endParaRPr lang="en-IN" sz="1000" b="1" dirty="0">
              <a:solidFill>
                <a:srgbClr val="F2D168"/>
              </a:solidFill>
              <a:latin typeface="Georgia" panose="02040502050405020303" pitchFamily="18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FDC73B0-0998-CC16-0A6C-5023B186F18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60" y="2530461"/>
            <a:ext cx="5789792" cy="3859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0543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43</TotalTime>
  <Words>47</Words>
  <Application>Microsoft Office PowerPoint</Application>
  <PresentationFormat>Custom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Georgia</vt:lpstr>
      <vt:lpstr>Office Theme</vt:lpstr>
      <vt:lpstr>THE NEW GENERATION OF AMU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NEW GENERATION OF AMU</dc:title>
  <dc:creator>CSD</dc:creator>
  <cp:lastModifiedBy>CSD</cp:lastModifiedBy>
  <cp:revision>1</cp:revision>
  <dcterms:created xsi:type="dcterms:W3CDTF">2026-08-13T09:56:10Z</dcterms:created>
  <dcterms:modified xsi:type="dcterms:W3CDTF">2026-08-13T10:39:57Z</dcterms:modified>
</cp:coreProperties>
</file>