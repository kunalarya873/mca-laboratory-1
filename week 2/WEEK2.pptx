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1E1B"/>
    <a:srgbClr val="F79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DE21-A060-F648-CBC0-F3538ECB3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8CA43-F075-E63E-BA44-87E24DA4B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879D-8DD0-84B8-C761-2B2C751C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09A1E-87A7-8FD8-BBF3-D9AC6572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29F-46E1-C189-2C46-124FF995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FC53-63FF-0175-83D3-629A6B92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CE4A4-C89F-C984-7985-08BFDFC4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7F75-50E2-2B52-5AF9-0B8F151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A812-2A0F-CA75-8F72-C07BF524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4135-54DC-7E99-1B10-0BE887B6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8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3874-A505-2C5F-140C-6FDFB408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D54CB-ED52-F3AC-AEA3-29E44DC3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47C2-C6F8-03C5-70EB-66E1A3AF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04CF2-6BDD-9496-143C-7FAEC227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E7FEE-0C64-E2F7-31A4-650B8124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80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36EB-43D7-4AAE-ECF1-1A4F84A7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C3D13-C009-FD15-561E-53054331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82008-E666-1B26-164E-FB918DB81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085B6-B198-90F1-D952-C4D7A46B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18241-2B66-20D2-8269-536AB50A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D236E-530D-CCC8-0DBD-5182DEAD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1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A5E-B58C-AFC4-1145-58B35BC5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86BE-D413-6D05-FE48-4C8422920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83379-31D1-C12F-62A1-0AF78CC5A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A2B74-4341-B63F-F6E7-F709A037A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D45A5-1D88-9116-A5F6-608D4CEE3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C3092-924B-A2E1-615E-8873F22F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D3F54-7FC6-88DE-6BA7-48273481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31975-767C-D062-ABEA-CC4C6E79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55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32EC-C080-E303-0412-A9916B28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EE5EA-2A53-5BE6-1777-4EEA2B39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8AD5-06D0-3511-104A-FA99B0C9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8237E-49BD-DA1A-14AD-01AE5830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62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514B6-0A71-C333-62C4-B206AADF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02E09-B056-78EB-A36F-F1848F00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41D2F-6F91-CBB4-8EF6-9AEB637E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45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012E-1E00-25E6-C19C-D3305910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8374C-FAD2-8B68-24FC-573167B6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1E5A9-7AF8-D922-F607-0546BE44A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39B26-D8A3-5589-CC69-894D8D7A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001AF-6C09-7184-2537-88E900D0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E0E5B-CDF0-DAD5-6F9E-B2D2469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1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BAC2-0DC0-1C9D-7BEB-BEF062339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1F6C1-C2FF-3017-5C40-934702EB2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7EE2E-5287-FECD-34F2-1F034056C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A3ED1-0232-B124-3962-9A3E5651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11BEF-AA7A-718B-226A-817952F2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27866-47E2-5D86-F2BE-DAC2AABE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97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930E-D970-E8EB-8BCD-9517B1C6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CE858-3806-2A4A-6FC2-43B3D9F71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0498-F1BB-9FB2-E8C9-BE4F8936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E3FED-2000-B771-4B9E-1CE41285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0C2AB-BB55-B6D9-F72D-272F6C65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4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4D893-FCEF-A2E2-07E8-69B465225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26A77-EF91-6A9E-537B-9C4B78620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3F2B-A1B3-AD0A-244C-F45A0AE3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F45C3-7362-DD17-812E-42DA83F0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F580-08E2-B2F7-B151-5D2FF847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25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F79E1F"/>
            </a:gs>
            <a:gs pos="0">
              <a:srgbClr val="891E1B"/>
            </a:gs>
            <a:gs pos="74000">
              <a:srgbClr val="F79E1F"/>
            </a:gs>
            <a:gs pos="83000">
              <a:srgbClr val="891E1B"/>
            </a:gs>
            <a:gs pos="100000">
              <a:srgbClr val="891E1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E38B2-2797-837E-9CD8-60CCD762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F56BC-50C3-E218-2D37-ECBE5E73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E78DF-D808-FEDB-2E5F-1AFED3934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F6CB5-DEC3-4AB7-BCEA-1F1663B9F5A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27DC-4317-96F9-0B2D-6CB6129E2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8266D-FD99-8089-2AC8-9A9F48060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6C6E-7AC1-4156-A2D0-71A4E219C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9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7B66-B537-1E3D-129D-9B6B784B8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6400" cy="943504"/>
          </a:xfrm>
        </p:spPr>
        <p:txBody>
          <a:bodyPr/>
          <a:lstStyle/>
          <a:p>
            <a:r>
              <a:rPr lang="en-US" dirty="0">
                <a:solidFill>
                  <a:srgbClr val="891E1B"/>
                </a:solidFill>
              </a:rPr>
              <a:t>HAPPY DIWALI</a:t>
            </a:r>
            <a:endParaRPr lang="en-IN" dirty="0">
              <a:solidFill>
                <a:srgbClr val="891E1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FABC4-D603-9C36-BD8F-E6C42F3BA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65867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891E1B"/>
                </a:solidFill>
              </a:rPr>
              <a:t>May this Diwali bring</a:t>
            </a:r>
          </a:p>
          <a:p>
            <a:r>
              <a:rPr lang="en-US" dirty="0">
                <a:solidFill>
                  <a:srgbClr val="891E1B"/>
                </a:solidFill>
              </a:rPr>
              <a:t>joy, prosperity and happiness</a:t>
            </a:r>
          </a:p>
          <a:p>
            <a:r>
              <a:rPr lang="en-US" dirty="0">
                <a:solidFill>
                  <a:srgbClr val="891E1B"/>
                </a:solidFill>
              </a:rPr>
              <a:t>to you and your family.</a:t>
            </a:r>
            <a:endParaRPr lang="en-IN" dirty="0">
              <a:solidFill>
                <a:srgbClr val="891E1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7EDBC-F797-4701-FCB9-408ED80FAA89}"/>
              </a:ext>
            </a:extLst>
          </p:cNvPr>
          <p:cNvSpPr txBox="1"/>
          <p:nvPr/>
        </p:nvSpPr>
        <p:spPr>
          <a:xfrm>
            <a:off x="2302933" y="3496733"/>
            <a:ext cx="800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9E1F"/>
                </a:solidFill>
              </a:rPr>
              <a:t>Wishing You a Very Happy &amp;</a:t>
            </a:r>
          </a:p>
          <a:p>
            <a:pPr algn="ctr"/>
            <a:r>
              <a:rPr lang="en-US" dirty="0">
                <a:solidFill>
                  <a:srgbClr val="891E1B"/>
                </a:solidFill>
              </a:rPr>
              <a:t>Prosperous Diwali</a:t>
            </a:r>
            <a:endParaRPr lang="en-IN" dirty="0">
              <a:solidFill>
                <a:srgbClr val="891E1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2812E-7EBC-3427-CDF3-8B75FD10CCD0}"/>
              </a:ext>
            </a:extLst>
          </p:cNvPr>
          <p:cNvSpPr txBox="1"/>
          <p:nvPr/>
        </p:nvSpPr>
        <p:spPr>
          <a:xfrm>
            <a:off x="3860800" y="5096933"/>
            <a:ext cx="467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91E1B"/>
                </a:solidFill>
              </a:rPr>
              <a:t>With Best Wishes</a:t>
            </a:r>
            <a:endParaRPr lang="en-IN" dirty="0">
              <a:solidFill>
                <a:srgbClr val="891E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63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HAPPY DIWALI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 DIWALI</dc:title>
  <dc:creator>CSD</dc:creator>
  <cp:lastModifiedBy>CSD</cp:lastModifiedBy>
  <cp:revision>1</cp:revision>
  <dcterms:created xsi:type="dcterms:W3CDTF">2026-08-11T06:49:35Z</dcterms:created>
  <dcterms:modified xsi:type="dcterms:W3CDTF">2026-08-11T06:49:57Z</dcterms:modified>
</cp:coreProperties>
</file>