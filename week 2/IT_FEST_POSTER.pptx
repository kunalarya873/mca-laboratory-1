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0F3D"/>
    <a:srgbClr val="00B4FF"/>
    <a:srgbClr val="D9E2F2"/>
    <a:srgbClr val="FFFFFF"/>
    <a:srgbClr val="7B2FFF"/>
    <a:srgbClr val="00E5FF"/>
    <a:srgbClr val="000000"/>
    <a:srgbClr val="101A35"/>
    <a:srgbClr val="080B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1728" y="-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6188-7D7D-BF88-BF84-3B669C801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646133"/>
            <a:ext cx="5829300" cy="3501813"/>
          </a:xfrm>
        </p:spPr>
        <p:txBody>
          <a:bodyPr anchor="b"/>
          <a:lstStyle>
            <a:lvl1pPr algn="ctr">
              <a:defRPr sz="382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4BCC2-07D5-BFF0-EB9A-477FC951D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1530"/>
            </a:lvl1pPr>
            <a:lvl2pPr marL="291465" indent="0" algn="ctr">
              <a:buNone/>
              <a:defRPr sz="1275"/>
            </a:lvl2pPr>
            <a:lvl3pPr marL="582930" indent="0" algn="ctr">
              <a:buNone/>
              <a:defRPr sz="1148"/>
            </a:lvl3pPr>
            <a:lvl4pPr marL="874395" indent="0" algn="ctr">
              <a:buNone/>
              <a:defRPr sz="1020"/>
            </a:lvl4pPr>
            <a:lvl5pPr marL="1165860" indent="0" algn="ctr">
              <a:buNone/>
              <a:defRPr sz="1020"/>
            </a:lvl5pPr>
            <a:lvl6pPr marL="1457325" indent="0" algn="ctr">
              <a:buNone/>
              <a:defRPr sz="1020"/>
            </a:lvl6pPr>
            <a:lvl7pPr marL="1748790" indent="0" algn="ctr">
              <a:buNone/>
              <a:defRPr sz="1020"/>
            </a:lvl7pPr>
            <a:lvl8pPr marL="2040255" indent="0" algn="ctr">
              <a:buNone/>
              <a:defRPr sz="1020"/>
            </a:lvl8pPr>
            <a:lvl9pPr marL="2331720" indent="0" algn="ctr">
              <a:buNone/>
              <a:defRPr sz="10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CA105-BE96-3058-0BB3-67EF4B782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6FF24-6ED1-D384-65BC-8FF10ABA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70D24-64F2-0CBE-B8A2-6F7D26E2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25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91A9C-B36D-E239-7CC3-A3FD19C7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A4BF-5481-6C8E-F8BC-3109B2B0D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86DB1-5B6A-0B48-5F4E-A4FE0F21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1B08-D9F3-FF35-AC5A-5CD04207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2E4B5-EE57-D623-409C-35496E9C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21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6541-11C9-42D9-9C39-9CFD8176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4" y="2507617"/>
            <a:ext cx="6703695" cy="4184014"/>
          </a:xfrm>
        </p:spPr>
        <p:txBody>
          <a:bodyPr anchor="b"/>
          <a:lstStyle>
            <a:lvl1pPr>
              <a:defRPr sz="382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08D94-133D-EE90-3BF1-8157EC71A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04" y="6731213"/>
            <a:ext cx="6703695" cy="2200274"/>
          </a:xfrm>
        </p:spPr>
        <p:txBody>
          <a:bodyPr/>
          <a:lstStyle>
            <a:lvl1pPr marL="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1pPr>
            <a:lvl2pPr marL="291465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2pPr>
            <a:lvl3pPr marL="582930" indent="0">
              <a:buNone/>
              <a:defRPr sz="1148">
                <a:solidFill>
                  <a:schemeClr val="tx1">
                    <a:tint val="75000"/>
                  </a:schemeClr>
                </a:solidFill>
              </a:defRPr>
            </a:lvl3pPr>
            <a:lvl4pPr marL="87439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4pPr>
            <a:lvl5pPr marL="116586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5pPr>
            <a:lvl6pPr marL="145732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6pPr>
            <a:lvl7pPr marL="174879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7pPr>
            <a:lvl8pPr marL="204025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8pPr>
            <a:lvl9pPr marL="233172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9A6C-124E-11A7-9544-9F936240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2C1AB-3187-1161-D0E6-C261041B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46448-5F13-A65B-2D2D-77E576EB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6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BE23-7863-827C-EC79-DB9552A6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7DD97-95AA-E5AD-58AD-F28EC7B2C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5EE0F-9059-E853-644A-01F89A8B1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E14DE-0F06-C493-BEA3-32DCBE5E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55176-86C8-9178-0625-2AC14CDD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0FC9E-E4F2-A3C5-E617-F48F73DF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56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FA4F1-E169-A2A5-36B6-78E91E5AE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65" y="535517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DE664-8FF8-63F2-9F35-709F6350F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365" y="2465706"/>
            <a:ext cx="3288089" cy="1208404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C2D98-74C3-B025-3C7A-A6B50379E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365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F13F6-4FC7-7921-A147-2D53203D5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81720-0CA5-482A-289B-DBE0F37BE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69921A-2574-4DBB-943B-3CBFDACF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BCDD6-8D91-CF4B-A5B9-12699AED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A1583-6FB9-9F3D-84A1-66555293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108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04CD-8FC9-A9F7-B785-9367BF79B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557A1-6B81-5E37-5EA0-2156E9C5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44387-AACE-6E49-1FD1-2750EA22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183CC-3A7A-757F-9FEC-5FCF5968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59DF6-D6CE-5DC2-1AEA-34B80C00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A58F1-3257-F861-8E86-EE18570D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58842-A4DC-6F87-B576-54916662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70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DF4A-CA6D-D102-E7CB-59A6C8F14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04902-3920-5748-2F72-608DB0B1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4282" y="1448224"/>
            <a:ext cx="3934778" cy="7147983"/>
          </a:xfrm>
        </p:spPr>
        <p:txBody>
          <a:bodyPr/>
          <a:lstStyle>
            <a:lvl1pPr>
              <a:defRPr sz="2040"/>
            </a:lvl1pPr>
            <a:lvl2pPr>
              <a:defRPr sz="1785"/>
            </a:lvl2pPr>
            <a:lvl3pPr>
              <a:defRPr sz="1530"/>
            </a:lvl3pPr>
            <a:lvl4pPr>
              <a:defRPr sz="1275"/>
            </a:lvl4pPr>
            <a:lvl5pPr>
              <a:defRPr sz="1275"/>
            </a:lvl5pPr>
            <a:lvl6pPr>
              <a:defRPr sz="1275"/>
            </a:lvl6pPr>
            <a:lvl7pPr>
              <a:defRPr sz="1275"/>
            </a:lvl7pPr>
            <a:lvl8pPr>
              <a:defRPr sz="1275"/>
            </a:lvl8pPr>
            <a:lvl9pPr>
              <a:defRPr sz="12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4F464-44E1-8937-0EF1-213B8F656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34217-6A3E-44AC-FB2D-CEFFDEA1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16E6D-CF76-3187-C8D2-D2581BDA3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1A6FA-27A7-4967-396A-E1E4F42B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470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3C65-5F92-F5A9-9F9B-F9540C03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FACBBA-D5C5-2A98-A4C3-BDBFE653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04282" y="1448224"/>
            <a:ext cx="3934778" cy="7147983"/>
          </a:xfrm>
        </p:spPr>
        <p:txBody>
          <a:bodyPr/>
          <a:lstStyle>
            <a:lvl1pPr marL="0" indent="0">
              <a:buNone/>
              <a:defRPr sz="2040"/>
            </a:lvl1pPr>
            <a:lvl2pPr marL="291465" indent="0">
              <a:buNone/>
              <a:defRPr sz="1785"/>
            </a:lvl2pPr>
            <a:lvl3pPr marL="582930" indent="0">
              <a:buNone/>
              <a:defRPr sz="1530"/>
            </a:lvl3pPr>
            <a:lvl4pPr marL="874395" indent="0">
              <a:buNone/>
              <a:defRPr sz="1275"/>
            </a:lvl4pPr>
            <a:lvl5pPr marL="1165860" indent="0">
              <a:buNone/>
              <a:defRPr sz="1275"/>
            </a:lvl5pPr>
            <a:lvl6pPr marL="1457325" indent="0">
              <a:buNone/>
              <a:defRPr sz="1275"/>
            </a:lvl6pPr>
            <a:lvl7pPr marL="1748790" indent="0">
              <a:buNone/>
              <a:defRPr sz="1275"/>
            </a:lvl7pPr>
            <a:lvl8pPr marL="2040255" indent="0">
              <a:buNone/>
              <a:defRPr sz="1275"/>
            </a:lvl8pPr>
            <a:lvl9pPr marL="2331720" indent="0">
              <a:buNone/>
              <a:defRPr sz="1275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E381D-22EB-1A65-8C00-6DC756506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A91AF-C0C8-D835-4DDF-F0AF25B1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FA246-B6B6-1D1C-937D-09208945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062A4-7A9C-2C4E-6761-353A9EAA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26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94B0-EEF3-0C24-E225-EBF007FD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89BDA-3DEA-155F-9906-339104279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66F7D-7670-CADE-6819-FE1D9440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FCEB9-DC5E-AB16-46A5-9913D0F3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DF6C1-F6EA-3BCE-6FD5-B62DE57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06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3BD1B-A16C-2804-7B4B-D4D2900D6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25421-D5EE-A55A-32FD-8E0D89FE8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23227-E279-A0DF-FEC1-91C37A44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9B19E-B67E-F7E6-C05C-59490813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969B3-0B98-A93A-08B6-819B8219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2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42EF5A-1A17-1822-3133-A704A067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7FA1C-AC94-106F-4189-D22858621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5750B-4890-2859-4C7A-4AA004E26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DAF73-3D73-40F1-8713-3BCC843A6C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F5E02-3CC6-7731-FDA4-A379FAE78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B4A7-CD24-2021-8DA2-820C02D6B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56A98-3333-46B2-B691-7115D6A76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8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82930" rtl="0" eaLnBrk="1" latinLnBrk="0" hangingPunct="1">
        <a:lnSpc>
          <a:spcPct val="90000"/>
        </a:lnSpc>
        <a:spcBef>
          <a:spcPct val="0"/>
        </a:spcBef>
        <a:buNone/>
        <a:defRPr sz="28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5733" indent="-145733" algn="l" defTabSz="582930" rtl="0" eaLnBrk="1" latinLnBrk="0" hangingPunct="1">
        <a:lnSpc>
          <a:spcPct val="90000"/>
        </a:lnSpc>
        <a:spcBef>
          <a:spcPts val="638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1pPr>
      <a:lvl2pPr marL="43719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2866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012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31159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60305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89452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18598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47745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146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8293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7439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5732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4879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4025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80B16"/>
            </a:gs>
            <a:gs pos="55000">
              <a:srgbClr val="101A35"/>
            </a:gs>
            <a:gs pos="100000">
              <a:srgbClr val="1A0F3D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D8AE1FC-EE8C-2D70-6A9D-37B91DB1166E}"/>
              </a:ext>
            </a:extLst>
          </p:cNvPr>
          <p:cNvSpPr/>
          <p:nvPr/>
        </p:nvSpPr>
        <p:spPr>
          <a:xfrm>
            <a:off x="2808663" y="3827795"/>
            <a:ext cx="1789043" cy="870215"/>
          </a:xfrm>
          <a:prstGeom prst="rect">
            <a:avLst/>
          </a:prstGeom>
          <a:solidFill>
            <a:srgbClr val="1A0F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BF017A-D4B9-FFBB-23CF-51C7ADA24045}"/>
              </a:ext>
            </a:extLst>
          </p:cNvPr>
          <p:cNvSpPr/>
          <p:nvPr/>
        </p:nvSpPr>
        <p:spPr>
          <a:xfrm>
            <a:off x="5180004" y="3827795"/>
            <a:ext cx="2301602" cy="815608"/>
          </a:xfrm>
          <a:prstGeom prst="rect">
            <a:avLst/>
          </a:prstGeom>
          <a:solidFill>
            <a:srgbClr val="1A0F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1B2E5-FDDC-6F52-D0B5-E1CD8DF777D8}"/>
              </a:ext>
            </a:extLst>
          </p:cNvPr>
          <p:cNvSpPr/>
          <p:nvPr/>
        </p:nvSpPr>
        <p:spPr>
          <a:xfrm>
            <a:off x="437322" y="3836504"/>
            <a:ext cx="1789043" cy="870215"/>
          </a:xfrm>
          <a:prstGeom prst="rect">
            <a:avLst/>
          </a:prstGeom>
          <a:solidFill>
            <a:srgbClr val="1A0F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E5DD1C-C085-A403-0E31-31456019A076}"/>
              </a:ext>
            </a:extLst>
          </p:cNvPr>
          <p:cNvSpPr/>
          <p:nvPr/>
        </p:nvSpPr>
        <p:spPr>
          <a:xfrm>
            <a:off x="0" y="8176107"/>
            <a:ext cx="7772400" cy="88938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D4F34-0C3C-D1F7-60A0-E2E10CDEE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666420"/>
            <a:ext cx="5829300" cy="959224"/>
          </a:xfrm>
        </p:spPr>
        <p:txBody>
          <a:bodyPr>
            <a:normAutofit fontScale="90000"/>
          </a:bodyPr>
          <a:lstStyle/>
          <a:p>
            <a:r>
              <a:rPr lang="en-US" sz="6400" b="1" dirty="0">
                <a:ln>
                  <a:solidFill>
                    <a:srgbClr val="00B4FF"/>
                  </a:solidFill>
                </a:ln>
                <a:solidFill>
                  <a:schemeClr val="bg1"/>
                </a:solidFill>
                <a:effectLst>
                  <a:outerShdw blurRad="63500" dist="38100" dir="2760000" algn="ctr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IT FEST </a:t>
            </a:r>
            <a:r>
              <a:rPr lang="en-US" sz="3600" dirty="0">
                <a:solidFill>
                  <a:srgbClr val="00E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IN" sz="3600" dirty="0">
              <a:solidFill>
                <a:srgbClr val="00E5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B11A8-41BE-F1C0-5D37-89D7DE291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1882293"/>
            <a:ext cx="5829300" cy="348912"/>
          </a:xfrm>
        </p:spPr>
        <p:txBody>
          <a:bodyPr/>
          <a:lstStyle/>
          <a:p>
            <a:r>
              <a:rPr lang="en-US" sz="1700" b="1" dirty="0">
                <a:solidFill>
                  <a:srgbClr val="00E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∙ CREATE ∙ INNOVATE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0BC29-68D8-1D18-3F31-39F9336B0DF8}"/>
              </a:ext>
            </a:extLst>
          </p:cNvPr>
          <p:cNvSpPr txBox="1"/>
          <p:nvPr/>
        </p:nvSpPr>
        <p:spPr>
          <a:xfrm>
            <a:off x="290794" y="4016682"/>
            <a:ext cx="21340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  <a:p>
            <a:pPr algn="ctr"/>
            <a:r>
              <a:rPr lang="en-US" sz="1000" dirty="0">
                <a:solidFill>
                  <a:srgbClr val="00B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September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F9030-4A7B-F5A5-6BEF-A5CDE9C0D324}"/>
              </a:ext>
            </a:extLst>
          </p:cNvPr>
          <p:cNvSpPr txBox="1"/>
          <p:nvPr/>
        </p:nvSpPr>
        <p:spPr>
          <a:xfrm>
            <a:off x="2319981" y="5915383"/>
            <a:ext cx="3274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QUIZ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SHOWCASE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6A1DF-61E7-DDF5-E50C-DFE09D8CC0FF}"/>
              </a:ext>
            </a:extLst>
          </p:cNvPr>
          <p:cNvSpPr txBox="1"/>
          <p:nvPr/>
        </p:nvSpPr>
        <p:spPr>
          <a:xfrm>
            <a:off x="1192871" y="8419364"/>
            <a:ext cx="50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REGISTER NOW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46355-3826-11D4-0C38-CAE7A1291C02}"/>
              </a:ext>
            </a:extLst>
          </p:cNvPr>
          <p:cNvSpPr/>
          <p:nvPr/>
        </p:nvSpPr>
        <p:spPr>
          <a:xfrm>
            <a:off x="0" y="0"/>
            <a:ext cx="7772400" cy="445805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D9E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  <a:endParaRPr lang="en-IN" sz="1200" b="1" dirty="0">
              <a:solidFill>
                <a:srgbClr val="D9E2F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6CB86-A55D-2AB7-94DF-6CD9C1EBAA14}"/>
              </a:ext>
            </a:extLst>
          </p:cNvPr>
          <p:cNvSpPr txBox="1"/>
          <p:nvPr/>
        </p:nvSpPr>
        <p:spPr>
          <a:xfrm>
            <a:off x="830469" y="2457734"/>
            <a:ext cx="6400800" cy="41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Calling All Tech Enthusiasts!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92F7DD-B8B2-966B-ABA1-6A83FFE13F5B}"/>
              </a:ext>
            </a:extLst>
          </p:cNvPr>
          <p:cNvSpPr/>
          <p:nvPr/>
        </p:nvSpPr>
        <p:spPr>
          <a:xfrm>
            <a:off x="534135" y="1385353"/>
            <a:ext cx="165600" cy="165600"/>
          </a:xfrm>
          <a:prstGeom prst="ellipse">
            <a:avLst/>
          </a:prstGeom>
          <a:solidFill>
            <a:srgbClr val="00E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3D741E-640F-F977-09AE-0160A8B71407}"/>
              </a:ext>
            </a:extLst>
          </p:cNvPr>
          <p:cNvSpPr/>
          <p:nvPr/>
        </p:nvSpPr>
        <p:spPr>
          <a:xfrm>
            <a:off x="836404" y="1146687"/>
            <a:ext cx="108000" cy="108000"/>
          </a:xfrm>
          <a:prstGeom prst="ellipse">
            <a:avLst/>
          </a:prstGeom>
          <a:solidFill>
            <a:srgbClr val="7B2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65B06-5B55-88BE-616E-146A79F14023}"/>
              </a:ext>
            </a:extLst>
          </p:cNvPr>
          <p:cNvSpPr/>
          <p:nvPr/>
        </p:nvSpPr>
        <p:spPr>
          <a:xfrm>
            <a:off x="647594" y="1200687"/>
            <a:ext cx="136800" cy="136800"/>
          </a:xfrm>
          <a:prstGeom prst="ellipse">
            <a:avLst/>
          </a:prstGeom>
          <a:solidFill>
            <a:srgbClr val="00B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94E5DA-0B33-3C2A-6A57-0A59ED2AB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94" y="1269704"/>
            <a:ext cx="511112" cy="5111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9B09A9-C19F-7AA1-7897-4EEC9343C476}"/>
              </a:ext>
            </a:extLst>
          </p:cNvPr>
          <p:cNvSpPr txBox="1"/>
          <p:nvPr/>
        </p:nvSpPr>
        <p:spPr>
          <a:xfrm>
            <a:off x="1357840" y="3133457"/>
            <a:ext cx="519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D9E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us for a day of coding, creativity, technology and innovation.</a:t>
            </a:r>
            <a:endParaRPr lang="en-IN" sz="1400" b="1" dirty="0">
              <a:solidFill>
                <a:srgbClr val="D9E2F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95A207-FAD2-82B3-7679-D1B69C4F53FB}"/>
              </a:ext>
            </a:extLst>
          </p:cNvPr>
          <p:cNvSpPr txBox="1"/>
          <p:nvPr/>
        </p:nvSpPr>
        <p:spPr>
          <a:xfrm>
            <a:off x="2424886" y="4039380"/>
            <a:ext cx="273352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B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  <a:p>
            <a:pPr algn="ctr"/>
            <a:r>
              <a:rPr lang="en-IN" sz="1100" dirty="0">
                <a:solidFill>
                  <a:srgbClr val="00B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10:00 AM onwards</a:t>
            </a:r>
          </a:p>
          <a:p>
            <a:pPr algn="ctr"/>
            <a:endParaRPr lang="en-IN" dirty="0">
              <a:solidFill>
                <a:srgbClr val="00B4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D5AD72-D0D3-0E47-30FE-B665B8006DA3}"/>
              </a:ext>
            </a:extLst>
          </p:cNvPr>
          <p:cNvSpPr txBox="1"/>
          <p:nvPr/>
        </p:nvSpPr>
        <p:spPr>
          <a:xfrm>
            <a:off x="5034350" y="4043620"/>
            <a:ext cx="250607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00B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VENUE</a:t>
            </a:r>
          </a:p>
          <a:p>
            <a:pPr algn="ctr"/>
            <a:r>
              <a:rPr lang="en-IN" sz="1100" dirty="0">
                <a:solidFill>
                  <a:srgbClr val="00B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21EF7A-A68A-71FD-16C9-D5B7B98B37CD}"/>
              </a:ext>
            </a:extLst>
          </p:cNvPr>
          <p:cNvSpPr txBox="1"/>
          <p:nvPr/>
        </p:nvSpPr>
        <p:spPr>
          <a:xfrm>
            <a:off x="1991989" y="5238928"/>
            <a:ext cx="327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HIGHLIGHT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595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56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IT FEST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FEST 2026</dc:title>
  <dc:creator>CSD</dc:creator>
  <cp:lastModifiedBy>CSD</cp:lastModifiedBy>
  <cp:revision>2</cp:revision>
  <dcterms:created xsi:type="dcterms:W3CDTF">2026-08-13T10:40:37Z</dcterms:created>
  <dcterms:modified xsi:type="dcterms:W3CDTF">2026-08-18T06:49:56Z</dcterms:modified>
</cp:coreProperties>
</file>